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9B72F2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822960"/>
            <a:ext cx="2194560" cy="2194560"/>
          </a:xfrm>
          <a:prstGeom prst="ellipse">
            <a:avLst/>
          </a:prstGeom>
          <a:solidFill>
            <a:srgbClr val="4285F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0" y="1371600"/>
            <a:ext cx="1371600" cy="1371600"/>
          </a:xfrm>
          <a:prstGeom prst="ellipse">
            <a:avLst/>
          </a:prstGeom>
          <a:solidFill>
            <a:srgbClr val="9B72F2">
              <a:alpha val="5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6002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WORKSHOP · NO CODE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“Chat With Your Docs” Assistant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and Google’s generative language models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GFSAA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60 min   ·   Built live in Google AI Studio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a “generic” AI chatbot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54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D954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476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our refund window for annual plans?”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refund policy is 30 days...”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Confident. Specific. Completely made up.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E8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9476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our refund window for annual plans?”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23760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“14 days, per our Pricing doc.”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Grounded in YOUR documents. Cites the source.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1C1B3A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we close that gap with RAG — and we do it with zero code.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model is brilliant but has never seen your pricing, your FAQ, or your policies. By the end of this session you’ll have fixed that for your own startup.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Gemini landscape, mid-2026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you’ll pick from — fast, multimodal, and built to be grounded.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8541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3 Pro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reasoning + agentic &amp; coding power. Reach for it on complex questions.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10712" y="17373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011680"/>
            <a:ext cx="777240" cy="777240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18541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3 Flash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39312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cheap. The default for high-volume chat and support bots.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72784" y="17373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47104" y="2011680"/>
            <a:ext cx="777240" cy="77724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85416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+ File Search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01384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answers to live Google Search or your own private documents.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134856" y="17373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09176" y="2011680"/>
            <a:ext cx="777240" cy="777240"/>
          </a:xfrm>
          <a:prstGeom prst="ellipse">
            <a:avLst/>
          </a:prstGeom>
          <a:solidFill>
            <a:srgbClr val="1C1B3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2185416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2971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Multimodal in/out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363456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text, images, PDFs. Plus Nano Banana images, Veo video, Lyria audio.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DEBFB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takeaway:  </a:t>
            </a:r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to fine-tune a model. You point a great model at your data — that’s where the leverage is.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RAG?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in one line: find the right pieces of YOUR content, then let Gemini answer from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A2856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468880"/>
            <a:ext cx="914400" cy="91440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6791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docs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FAQ, policies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3154680"/>
            <a:ext cx="347472" cy="3474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66160" y="21945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A2856"/>
          </a:solidFill>
          <a:ln/>
        </p:spPr>
      </p:sp>
      <p:sp>
        <p:nvSpPr>
          <p:cNvPr id="11" name="Shape 7"/>
          <p:cNvSpPr/>
          <p:nvPr/>
        </p:nvSpPr>
        <p:spPr>
          <a:xfrm>
            <a:off x="4366260" y="2468880"/>
            <a:ext cx="914400" cy="914400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72" y="2679192"/>
            <a:ext cx="493776" cy="4937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033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Indexed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70332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+ embedded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3154680"/>
            <a:ext cx="347472" cy="34747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92240" y="21945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A2856"/>
          </a:solidFill>
          <a:ln/>
        </p:spPr>
      </p:sp>
      <p:sp>
        <p:nvSpPr>
          <p:cNvPr id="17" name="Shape 11"/>
          <p:cNvSpPr/>
          <p:nvPr/>
        </p:nvSpPr>
        <p:spPr>
          <a:xfrm>
            <a:off x="7292340" y="2468880"/>
            <a:ext cx="914400" cy="91440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652" y="2679192"/>
            <a:ext cx="493776" cy="4937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294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asks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662940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 window?”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3154680"/>
            <a:ext cx="347472" cy="34747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418320" y="21945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A2856"/>
          </a:solidFill>
          <a:ln/>
        </p:spPr>
      </p:sp>
      <p:sp>
        <p:nvSpPr>
          <p:cNvPr id="23" name="Shape 15"/>
          <p:cNvSpPr/>
          <p:nvPr/>
        </p:nvSpPr>
        <p:spPr>
          <a:xfrm>
            <a:off x="10218420" y="2468880"/>
            <a:ext cx="914400" cy="91440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8732" y="2679192"/>
            <a:ext cx="493776" cy="49377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55548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 answer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955548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content, cited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5029200"/>
            <a:ext cx="10881360" cy="1097280"/>
          </a:xfrm>
          <a:prstGeom prst="roundRect">
            <a:avLst/>
          </a:prstGeom>
          <a:solidFill>
            <a:srgbClr val="9B72F2"/>
          </a:solidFill>
          <a:ln/>
        </p:spPr>
      </p:sp>
      <p:sp>
        <p:nvSpPr>
          <p:cNvPr id="28" name="Text 19"/>
          <p:cNvSpPr/>
          <p:nvPr/>
        </p:nvSpPr>
        <p:spPr>
          <a:xfrm>
            <a:off x="1005840" y="52578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model. Same question. The only thing that changed is what it can see.</a:t>
            </a:r>
            <a:endParaRPr lang="en-US" sz="1900" dirty="0"/>
          </a:p>
        </p:txBody>
      </p:sp>
      <p:sp>
        <p:nvSpPr>
          <p:cNvPr id="29" name="Text 2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you’ll build in the next 45 minutes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2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You’ll walk out with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468880"/>
            <a:ext cx="384048" cy="38404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3288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23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assistant that answers only from your documents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3337560"/>
            <a:ext cx="384048" cy="38404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4015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politely says “I don’t know” instead of inventing answers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68680" y="4206240"/>
            <a:ext cx="384048" cy="38404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7024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160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live web facts via Google Search grounding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68680" y="5074920"/>
            <a:ext cx="384048" cy="384048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13892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shareable app + the exact path to put this in your product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766560" y="1554480"/>
            <a:ext cx="4846320" cy="4480560"/>
          </a:xfrm>
          <a:prstGeom prst="roundRect">
            <a:avLst>
              <a:gd name="adj" fmla="val 2041"/>
            </a:avLst>
          </a:prstGeom>
          <a:solidFill>
            <a:srgbClr val="1C1B3A"/>
          </a:solidFill>
          <a:ln/>
        </p:spPr>
      </p:sp>
      <p:sp>
        <p:nvSpPr>
          <p:cNvPr id="18" name="Text 12"/>
          <p:cNvSpPr/>
          <p:nvPr/>
        </p:nvSpPr>
        <p:spPr>
          <a:xfrm>
            <a:off x="708660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72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need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7086600" y="246888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253288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635240" y="2423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account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7086600" y="333756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3401568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635240" y="3291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+ browser (no install)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086600" y="420624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427024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635240" y="4160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docs about your startup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7086600" y="507492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0608" y="5138928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635240" y="5029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card. No code.</a:t>
            </a:r>
            <a:endParaRPr lang="en-US" sz="1500" dirty="0"/>
          </a:p>
        </p:txBody>
      </p:sp>
      <p:sp>
        <p:nvSpPr>
          <p:cNvPr id="31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live build — 6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on your own laptop at aistudio.google.com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830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AI Studio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in. Free, in-browser.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103120"/>
            <a:ext cx="777240" cy="777240"/>
          </a:xfrm>
          <a:prstGeom prst="ellipse">
            <a:avLst/>
          </a:prstGeom>
          <a:solidFill>
            <a:srgbClr val="9B72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3212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Feel the problem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3212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company question — watch it guess.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03120"/>
            <a:ext cx="777240" cy="77724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28116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behaviour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811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instruction: answer only from docs.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06240"/>
            <a:ext cx="777240" cy="777240"/>
          </a:xfrm>
          <a:prstGeom prst="ellipse">
            <a:avLst/>
          </a:prstGeom>
          <a:solidFill>
            <a:srgbClr val="9B72F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78308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your docs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4663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File Search → upload 1–3 files.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06240"/>
            <a:ext cx="777240" cy="77724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3212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again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532120" y="4663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grounded, correct, and cited.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206240"/>
            <a:ext cx="777240" cy="777240"/>
          </a:xfrm>
          <a:prstGeom prst="ellipse">
            <a:avLst/>
          </a:prstGeom>
          <a:solidFill>
            <a:srgbClr val="9B72F2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28116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281160" y="4663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 app + Get API key for prod.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 instruction that keeps your bot honest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into the System Instructions field — then upload your docs.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11102A"/>
          </a:solidFill>
          <a:ln w="19050">
            <a:solidFill>
              <a:srgbClr val="9B7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the support assistant for [Your Startup].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ONLY using the information in the provided documents.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 not in the documents, say: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“I don’t have that in our docs yet — I’ll flag it for the team.”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 concise and friendly. Never invent prices, dates, or policies.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possible, mention which document the answer came from.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11064240" cy="960120"/>
          </a:xfrm>
          <a:prstGeom prst="roundRect">
            <a:avLst/>
          </a:prstGeom>
          <a:solidFill>
            <a:srgbClr val="9B72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285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“I don’t know” is a feature, not a bug. For a customer-facing bot, trust beats coverage.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prototype to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build by hand today maps 1:1 to the API call your engineer ships.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5000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in AI Studio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prompt, upload docs, test answers — no code.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154680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97680" y="182880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17720" y="2148840"/>
            <a:ext cx="868680" cy="868680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350008"/>
            <a:ext cx="466344" cy="4663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61772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mode app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61772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assistant; AI Studio scaffolds a shareable app.</a:t>
            </a:r>
            <a:endParaRPr lang="en-US" sz="13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154680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46720" y="182880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66760" y="2148840"/>
            <a:ext cx="868680" cy="86868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2350008"/>
            <a:ext cx="466344" cy="4663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6676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36676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API key + code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836676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same File Search + grounding into your product.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EDEBFB"/>
          </a:solidFill>
          <a:ln/>
        </p:spPr>
      </p:sp>
      <p:sp>
        <p:nvSpPr>
          <p:cNvPr id="25" name="Text 18"/>
          <p:cNvSpPr/>
          <p:nvPr/>
        </p:nvSpPr>
        <p:spPr>
          <a:xfrm>
            <a:off x="914400" y="5285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RAG:  </a:t>
            </a:r>
            <a:pPr indent="0" marL="0">
              <a:buNone/>
            </a:pPr>
            <a:r>
              <a:rPr lang="en-US" sz="1500" dirty="0">
                <a:solidFill>
                  <a:srgbClr val="1C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 chunks, embeds, stores, and retrieves for you — no vector database to run.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founders ship this first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94560"/>
            <a:ext cx="914400" cy="914400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0487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support bot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931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your help center. Deflects tickets, 24/7, in any language.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8288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2194560"/>
            <a:ext cx="914400" cy="914400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0487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“ask-me-anything”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17720" y="3931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query your policies, runbooks, and SOPs instead of pinging the team.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46720" y="18288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2194560"/>
            <a:ext cx="914400" cy="91440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40487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Customer-facing assistant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366760" y="39319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docs guide embedded in your app — grounded, never off-brand.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one closest to your business — that’s your hands-on doc for the next exercise.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Gemini · GFSAA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9B72F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building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grounded RAG with zero code. Here’s where to go next.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2A285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642616"/>
            <a:ext cx="402336" cy="402336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72491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46888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   </a:t>
            </a:r>
            <a:pPr indent="0" marL="0">
              <a:buNone/>
            </a:pPr>
            <a:r>
              <a:rPr lang="en-US" sz="150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333756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2A2856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3511296"/>
            <a:ext cx="402336" cy="402336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59359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33756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docs   </a:t>
            </a:r>
            <a:pPr indent="0" marL="0">
              <a:buNone/>
            </a:pPr>
            <a:r>
              <a:rPr lang="en-US" sz="150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ai.google.dev/gemini-api/docs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31520" y="420624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2A2856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379976"/>
            <a:ext cx="402336" cy="402336"/>
          </a:xfrm>
          <a:prstGeom prst="ellipse">
            <a:avLst/>
          </a:prstGeom>
          <a:solidFill>
            <a:srgbClr val="4285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46227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0624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 (managed RAG)   </a:t>
            </a:r>
            <a:pPr indent="0" marL="0">
              <a:buNone/>
            </a:pPr>
            <a:r>
              <a:rPr lang="en-US" sz="150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ai.google.dev/gemini-api/docs/file-search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31520" y="5074920"/>
            <a:ext cx="6949440" cy="749808"/>
          </a:xfrm>
          <a:prstGeom prst="roundRect">
            <a:avLst>
              <a:gd name="adj" fmla="val 9756"/>
            </a:avLst>
          </a:prstGeom>
          <a:solidFill>
            <a:srgbClr val="2A2856"/>
          </a:solidFill>
          <a:ln/>
        </p:spPr>
      </p:sp>
      <p:sp>
        <p:nvSpPr>
          <p:cNvPr id="19" name="Shape 14"/>
          <p:cNvSpPr/>
          <p:nvPr/>
        </p:nvSpPr>
        <p:spPr>
          <a:xfrm>
            <a:off x="960120" y="5248656"/>
            <a:ext cx="402336" cy="402336"/>
          </a:xfrm>
          <a:prstGeom prst="ellipse">
            <a:avLst/>
          </a:prstGeom>
          <a:solidFill>
            <a:srgbClr val="9B72F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33095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507492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workshop’s codelab   </a:t>
            </a:r>
            <a:pPr indent="0" marL="0">
              <a:buNone/>
            </a:pPr>
            <a:r>
              <a:rPr lang="en-US" sz="150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for the link / QR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046720" y="246888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9B72F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834640"/>
            <a:ext cx="731520" cy="7315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0" y="3657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25" name="Text 18"/>
          <p:cNvSpPr/>
          <p:nvPr/>
        </p:nvSpPr>
        <p:spPr>
          <a:xfrm>
            <a:off x="8229600" y="4297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0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build something grounded.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with Gemini — RAG Chatbot Workshop</dc:title>
  <dc:subject>PptxGenJS Presentation</dc:subject>
  <dc:creator>Chuka Ofili</dc:creator>
  <cp:lastModifiedBy>Chuka Ofili</cp:lastModifiedBy>
  <cp:revision>1</cp:revision>
  <dcterms:created xsi:type="dcterms:W3CDTF">2026-06-13T08:11:52Z</dcterms:created>
  <dcterms:modified xsi:type="dcterms:W3CDTF">2026-06-13T08:11:52Z</dcterms:modified>
</cp:coreProperties>
</file>